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5760720" cy="3243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3243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